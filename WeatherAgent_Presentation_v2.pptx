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578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766560" y="-1371600"/>
            <a:ext cx="4572000" cy="4572000"/>
          </a:xfrm>
          <a:prstGeom prst="ellipse">
            <a:avLst/>
          </a:prstGeom>
          <a:solidFill>
            <a:srgbClr val="071E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15200" y="-822960"/>
            <a:ext cx="3108960" cy="3108960"/>
          </a:xfrm>
          <a:prstGeom prst="ellipse">
            <a:avLst/>
          </a:prstGeom>
          <a:solidFill>
            <a:srgbClr val="0C2D5E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91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Veyn Agent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02920" y="26334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Full-Stack Application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02920" y="30906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MCP Server  ·  LangChain Agent  ·  React UI  ·  Docker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456432"/>
            <a:ext cx="5029200" cy="36576"/>
          </a:xfrm>
          <a:prstGeom prst="rect">
            <a:avLst/>
          </a:prstGeom>
          <a:solidFill>
            <a:srgbClr val="1A4A8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02920" y="3611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Builder Candidate Project  ·  2025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4096512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02920" y="40965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54680" y="4096512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154680" y="40965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LangChain.js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06440" y="4096512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806440" y="40965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Llama 3.3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4480560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02920" y="44805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154680" y="4480560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154680" y="44805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Tailwind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101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WeatherAgent demonstrates end-to-end agentic development: a public REST API wrapped in a microservice, orchestrated by a LangChain tool-calling agent, delivered via a polished React frontend — all built in Cursor with full Docker support.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114800" cy="1298448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31136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956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REST 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5568" y="230428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OpenWeatherMap: current weather, 5-day forecasts, and Air Quality Index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828800"/>
            <a:ext cx="4114800" cy="1298448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231136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04688" y="1956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04688" y="230428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Express.js microservice isolating API keys, rate limiting, and error handling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291840"/>
            <a:ext cx="4114800" cy="1298448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69417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3419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15568" y="376732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Groq-powered tool-calling agent with 3 typed tools and full conversation memory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291840"/>
            <a:ext cx="4114800" cy="1298448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694176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04688" y="3419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504688" y="376732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Vite + Tailwind night-sky UI with tool badges, suggestion chips, typing indicator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4791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Cursor (agentic IDE)  ·  Repository includes all source code and Docker configs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71E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011680" cy="1572768"/>
          </a:xfrm>
          <a:prstGeom prst="rect">
            <a:avLst/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35331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1883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8600" y="21945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Vite · Tailwind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 5173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423160" y="1188720"/>
            <a:ext cx="2011680" cy="1572768"/>
          </a:xfrm>
          <a:prstGeom prst="rect">
            <a:avLst/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1353312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23160" y="1883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Backend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423160" y="21945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LangChain.js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 3001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617720" y="1188720"/>
            <a:ext cx="2011680" cy="1572768"/>
          </a:xfrm>
          <a:prstGeom prst="rect">
            <a:avLst/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104" y="135331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1883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617720" y="21945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Express.js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 3000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812280" y="1188720"/>
            <a:ext cx="2011680" cy="1572768"/>
          </a:xfrm>
          <a:prstGeom prst="rect">
            <a:avLst/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664" y="1353312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1883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812280" y="21945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free tier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2258568" y="1901952"/>
            <a:ext cx="347472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2459736" y="179222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453128" y="1901952"/>
            <a:ext cx="347472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654296" y="179222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647688" y="1901952"/>
            <a:ext cx="347472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6848856" y="179222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228600" y="28712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2423160" y="28712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4617720" y="28712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12280" y="28712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1417320" y="3310128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71E3D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1417320" y="33101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{message, history}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611880" y="3310128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71E3D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3611880" y="33101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/weather/*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units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5806440" y="3310128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71E3D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5806440" y="33101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365760" y="4315968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379976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14400" y="434340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API keys in server-side .env only · CORS restricts origins · Rate limiting on all services · Helmet security headers throughout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101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— WEATHER API WRAPPER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Endpoints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566928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75488" cy="5669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4630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/weather/current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7282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Temp, humidity, wind, conditions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3931920" cy="566928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475488" cy="5669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5760" y="207568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" y="21214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/weather/forecast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" y="23865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5-day grouped daily forecast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734056"/>
            <a:ext cx="3931920" cy="566928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65760" y="2734056"/>
            <a:ext cx="475488" cy="5669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5760" y="273405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6112" y="27797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/weather/air-quality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" y="30449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AQI + PM2.5, PM10, NO2, O3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392424"/>
            <a:ext cx="3931920" cy="566928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65760" y="3392424"/>
            <a:ext cx="475488" cy="5669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5760" y="3392424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6112" y="34381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" y="3703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 liveness check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62272" y="960120"/>
            <a:ext cx="0" cy="393192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Benefits</a:t>
            </a:r>
            <a:endParaRPr lang="en-US" sz="13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508760"/>
            <a:ext cx="320040" cy="3200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074920" y="14721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Isolation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74920" y="174650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OpenWeatherMap key never leaves the MCP Server — not visible to agent or UI</a:t>
            </a:r>
            <a:endParaRPr lang="en-US" sz="10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331720"/>
            <a:ext cx="320040" cy="32004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074920" y="22951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Security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074920" y="256946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 req/15 min per IP · Helmet headers · CORS restricted to backend only</a:t>
            </a:r>
            <a:endParaRPr lang="en-US" sz="10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154680"/>
            <a:ext cx="320040" cy="32004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074920" y="31181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074920" y="339242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Swapping weather providers only requires editing weatherService.js</a:t>
            </a:r>
            <a:endParaRPr lang="en-US" sz="10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977640"/>
            <a:ext cx="320040" cy="32004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074920" y="39410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Contract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5074920" y="42153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Raw API responses transformed to a stable shape the agent tools can trust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71E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 — TOOL CALLING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350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 /chat  {message, history}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16642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73936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Reasons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Selects tool(s) via tool-calling loop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24323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25968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Invoked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8712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get_current_weather / get_forecast / get_air_quality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32004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310128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33649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Responds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JSON from MCP Server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396849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078224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41330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074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Conversational synthesis with actionable tips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51960" y="960120"/>
            <a:ext cx="0" cy="393192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434840" y="10058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Definitions  (Zod schemas)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34840" y="1417320"/>
            <a:ext cx="4389120" cy="749808"/>
          </a:xfrm>
          <a:prstGeom prst="rect">
            <a:avLst/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00200"/>
            <a:ext cx="310896" cy="31089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974336" y="14904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get_current_weather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974336" y="1837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 temp, humidity, wind, conditions for any city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434840" y="2331720"/>
            <a:ext cx="4389120" cy="749808"/>
          </a:xfrm>
          <a:prstGeom prst="rect">
            <a:avLst/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514600"/>
            <a:ext cx="310896" cy="31089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974336" y="2404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get_weather_forecast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974336" y="27523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Daily min/max, conditions — up to 5 days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434840" y="3246120"/>
            <a:ext cx="4389120" cy="749808"/>
          </a:xfrm>
          <a:prstGeom prst="rect">
            <a:avLst/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429000"/>
            <a:ext cx="310896" cy="31089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974336" y="3319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get_air_quality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4974336" y="3666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AQI label + PM2.5, PM10, NO2, O3 breakdown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434840" y="4224528"/>
            <a:ext cx="4389120" cy="694944"/>
          </a:xfrm>
          <a:prstGeom prst="rect">
            <a:avLst/>
          </a:prstGeom>
          <a:solidFill>
            <a:srgbClr val="071E3D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4572000" y="42611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4572000" y="45171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prompt defines persona, instructs model to interpret data conversationally, handle ambiguous city names, and append actionable tips like 'Bring an umbrella!'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101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USER EXPERIENCE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657600" cy="3858768"/>
          </a:xfrm>
          <a:prstGeom prst="rect">
            <a:avLst/>
          </a:prstGeom>
          <a:solidFill>
            <a:srgbClr val="03101F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657600" cy="457200"/>
          </a:xfrm>
          <a:prstGeom prst="rect">
            <a:avLst/>
          </a:prstGeom>
          <a:solidFill>
            <a:srgbClr val="0C2D5E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607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10789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WeatherAgent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719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me about the weather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048256"/>
            <a:ext cx="3200400" cy="256032"/>
          </a:xfrm>
          <a:prstGeom prst="roundRect">
            <a:avLst>
              <a:gd name="adj" fmla="val 35714"/>
            </a:avLst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02920" y="20482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 Tokyo?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2377440"/>
            <a:ext cx="3200400" cy="256032"/>
          </a:xfrm>
          <a:prstGeom prst="roundRect">
            <a:avLst>
              <a:gd name="adj" fmla="val 35714"/>
            </a:avLst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02920" y="2377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NYC forecast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" y="2706624"/>
            <a:ext cx="3200400" cy="256032"/>
          </a:xfrm>
          <a:prstGeom prst="roundRect">
            <a:avLst>
              <a:gd name="adj" fmla="val 35714"/>
            </a:avLst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2920" y="27066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London?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417320" y="3127248"/>
            <a:ext cx="2331720" cy="329184"/>
          </a:xfrm>
          <a:prstGeom prst="roundRect">
            <a:avLst>
              <a:gd name="adj" fmla="val 27778"/>
            </a:avLst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481328" y="314553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 Sydney?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38912" y="3547872"/>
            <a:ext cx="3383280" cy="438912"/>
          </a:xfrm>
          <a:prstGeom prst="roundRect">
            <a:avLst>
              <a:gd name="adj" fmla="val 20833"/>
            </a:avLst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12064" y="356616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Sydney is sunny, 22°C with light winds. Great day for the beach!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38912" y="4059936"/>
            <a:ext cx="1554480" cy="201168"/>
          </a:xfrm>
          <a:prstGeom prst="roundRect">
            <a:avLst>
              <a:gd name="adj" fmla="val 36364"/>
            </a:avLst>
          </a:prstGeom>
          <a:solidFill>
            <a:srgbClr val="071E3D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57200" y="40690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Current Weather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20040" y="4462272"/>
            <a:ext cx="3657600" cy="402336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57200" y="4480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about weather anywhere…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297680" y="1005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Breakdown</a:t>
            </a:r>
            <a:endParaRPr lang="en-US" sz="13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50876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663440" y="14538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663440" y="16916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Root layout: starfield background, header, chat body, input bar</a:t>
            </a:r>
            <a:endParaRPr lang="en-US" sz="9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10312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663440" y="204825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useChat.js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663440" y="22860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hook — message state, loading flag, error handling</a:t>
            </a:r>
            <a:endParaRPr lang="en-US" sz="9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269748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663440" y="26426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MessageBubble.jsx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663440" y="28803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&amp; agent bubbles with lightweight markdown rendering</a:t>
            </a:r>
            <a:endParaRPr lang="en-US" sz="95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29184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663440" y="32369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ToolBadge.jsx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4663440" y="34747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Shows which MCP tools were called — transparency for users</a:t>
            </a:r>
            <a:endParaRPr lang="en-US" sz="95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388620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663440" y="38313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SuggestionChips.jsx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4663440" y="40690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pre-built prompts guide new users on empty state</a:t>
            </a:r>
            <a:endParaRPr lang="en-US" sz="95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0" y="4480560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663440" y="44256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api.js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4663440" y="46634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Fetch wrapper — all backend HTTP calls in one place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71E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789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 (Recommended)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572768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has its own Dockerfile (node:20-alpine base)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993392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3232" y="1993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 for frontend — Vite builds, nginx serves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414016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3232" y="24140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gate startup order: MCP → Backend → Frontend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83464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13232" y="2834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 users for security hardening</a:t>
            </a:r>
            <a:endParaRPr lang="en-US" sz="11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55264"/>
            <a:ext cx="256032" cy="2560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13232" y="32552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command:  docker-compose up --build</a:t>
            </a:r>
            <a:endParaRPr lang="en-US" sz="1100" dirty="0"/>
          </a:p>
        </p:txBody>
      </p:sp>
      <p:sp>
        <p:nvSpPr>
          <p:cNvPr id="16" name="Shape 8"/>
          <p:cNvSpPr/>
          <p:nvPr/>
        </p:nvSpPr>
        <p:spPr>
          <a:xfrm>
            <a:off x="4709160" y="960120"/>
            <a:ext cx="0" cy="393192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9"/>
          <p:cNvSpPr/>
          <p:nvPr/>
        </p:nvSpPr>
        <p:spPr>
          <a:xfrm>
            <a:off x="493776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Options</a:t>
            </a:r>
            <a:endParaRPr lang="en-US" sz="1400" dirty="0"/>
          </a:p>
        </p:txBody>
      </p:sp>
      <p:sp>
        <p:nvSpPr>
          <p:cNvPr id="18" name="Shape 10"/>
          <p:cNvSpPr/>
          <p:nvPr/>
        </p:nvSpPr>
        <p:spPr>
          <a:xfrm>
            <a:off x="4937760" y="1417320"/>
            <a:ext cx="3931920" cy="713232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5074920" y="14721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/ Fargate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5074920" y="17647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Push images to ECR, run tasks with auto-scaling. ALB for HTTPS + TLS termination.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4937760" y="2258568"/>
            <a:ext cx="3931920" cy="713232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5074920" y="23134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/ Render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5074920" y="2606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Connect GitHub repo, auto-deploy on push. Zero-config for Node.js + Docker services.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4937760" y="3099816"/>
            <a:ext cx="3931920" cy="713232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5074920" y="3154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(GKE / EKS)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5074920" y="34472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 docker-compose to K8s manifests via Kompose. HPA for agent backend scaling.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937760" y="3941064"/>
            <a:ext cx="3931920" cy="713232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Text 20"/>
          <p:cNvSpPr/>
          <p:nvPr/>
        </p:nvSpPr>
        <p:spPr>
          <a:xfrm>
            <a:off x="5074920" y="39959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(Vercel + Fn)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074920" y="42885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Frontend on Vercel CDN, agent backend as Lambda/Cloud Function for cost efficiency.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injected at runtime — no secrets baked into Docker images or the repository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101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PHILOSOPHY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4114800" cy="1143000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37160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9264" y="111556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README.md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9264" y="1426464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diagram, quick start (3 terminal tabs), Docker one-liner, API table, GitHub push commands. New developer running in under 10 minutes.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024128"/>
            <a:ext cx="4114800" cy="1143000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37160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58384" y="111556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JSDoc Comments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358384" y="1426464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public function and tool definition has JSDoc. Comments explain WHY a decision was made — e.g. why tool-calling over single-shot.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2304288"/>
            <a:ext cx="4114800" cy="1143000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265176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9264" y="239572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 Files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69264" y="2706624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service ships a documented .env.example with every required variable explained. Real keys are gitignored.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2304288"/>
            <a:ext cx="4114800" cy="1143000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265176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58384" y="239572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READMEs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58384" y="2706624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mcp-server/ and backend/ each have their own README covering purpose, endpoints, setup, and key design decisions.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65760" y="3584448"/>
            <a:ext cx="4114800" cy="1143000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39319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9264" y="367588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Architecture-First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969264" y="3986784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ASCII architecture diagram in the root README gives the mental model before reading any code.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754880" y="3584448"/>
            <a:ext cx="4114800" cy="1143000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184" y="39319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58384" y="367588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358384" y="3986784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feat:, fix:, docs:, chore: prefixes make git history scannable. One atomic commit per logical unit of work.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71E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DEVELOPMENT — CURSOR 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prompts used to build this project: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" cy="74980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31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1371600"/>
            <a:ext cx="7973568" cy="749808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1408176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Prompt:  Generate an Express MCP server wrapping OpenWeatherMap with three endpoints: current weather, forecast, and air quality. Include rate limiting, helmet, and centralised error handling.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1810512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mcp-server/src/ scaffold in one pass — routes, service, middleware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411480" cy="74980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5760" y="2267712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31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" y="2267712"/>
            <a:ext cx="7973568" cy="749808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4400" y="230428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Prompt:  Create three LangChain DynamicStructuredTools with Zod schemas calling my MCP Server. Set up a tool-calling AgentExecutor with Groq Llama 3.3 and a weather-focused system prompt.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2706624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tools.js + weatherAgent.js fully wired, agent reasoning documented in comments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163824"/>
            <a:ext cx="411480" cy="74980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5760" y="3163824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31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" y="3163824"/>
            <a:ext cx="7973568" cy="749808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14400" y="3200400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Prompt:  Build a React chat UI with a night-sky aesthetic: animated stars, amber accent colour, message bubbles that show which MCP tools were called, and suggestion chips on empty state.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3602736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6 frontend components generated with Tailwind CSS, animations, and accessibility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411480" cy="74980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5760" y="4059936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31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672" y="4059936"/>
            <a:ext cx="7973568" cy="749808"/>
          </a:xfrm>
          <a:prstGeom prst="rect">
            <a:avLst/>
          </a:prstGeom>
          <a:solidFill>
            <a:srgbClr val="0C2D5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14400" y="4096512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Prompt:  Write Dockerfiles for all three services. Frontend uses a multi-stage nginx build. Add docker-compose.yml with health checks and correct service startup dependencies.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4400" y="449884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Production-ready Docker setup with health-gated startup order and non-root users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101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CHECKLIST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4114800" cy="1783080"/>
          </a:xfrm>
          <a:prstGeom prst="rect">
            <a:avLst/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Development  30%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813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481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Cursor IDE used throughout entire build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8366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883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key prompts shown on prior slide with outcomes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project scaffolded end-to-end via agentic prompting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754880" y="1024128"/>
            <a:ext cx="4114800" cy="1783080"/>
          </a:xfrm>
          <a:prstGeom prst="rect">
            <a:avLst/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937760" y="1115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Design  30%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481328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57800" y="1481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MCP Server cleanly isolates all API concerns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88366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57800" y="1883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keys confined to server-side .env files only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2286000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57800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 checks, rate limiting, CORS, Helmet across all services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365760" y="2944368"/>
            <a:ext cx="4114800" cy="1783080"/>
          </a:xfrm>
          <a:prstGeom prst="rect">
            <a:avLst/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548640" y="3035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Tooling  20%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401568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68680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Tool-calling agent with 3 Zod-typed tool definitions</a:t>
            </a:r>
            <a:endParaRPr lang="en-US" sz="10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803904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68680" y="38039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Conversation history passed on every request turn</a:t>
            </a:r>
            <a:endParaRPr lang="en-US" sz="105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206240"/>
            <a:ext cx="256032" cy="25603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868680" y="4206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prompt engineered for helpful, conversational output</a:t>
            </a:r>
            <a:endParaRPr lang="en-US" sz="1050" dirty="0"/>
          </a:p>
        </p:txBody>
      </p:sp>
      <p:sp>
        <p:nvSpPr>
          <p:cNvPr id="28" name="Shape 17"/>
          <p:cNvSpPr/>
          <p:nvPr/>
        </p:nvSpPr>
        <p:spPr>
          <a:xfrm>
            <a:off x="4754880" y="2944368"/>
            <a:ext cx="4114800" cy="1783080"/>
          </a:xfrm>
          <a:prstGeom prst="rect">
            <a:avLst/>
          </a:prstGeom>
          <a:solidFill>
            <a:srgbClr val="0C2D5E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9" name="Text 18"/>
          <p:cNvSpPr/>
          <p:nvPr/>
        </p:nvSpPr>
        <p:spPr>
          <a:xfrm>
            <a:off x="4937760" y="3035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Docs  20%</a:t>
            </a:r>
            <a:endParaRPr lang="en-US" sz="12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3401568"/>
            <a:ext cx="256032" cy="25603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257800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10-slide deck covers all required topics</a:t>
            </a:r>
            <a:endParaRPr lang="en-US" sz="105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3803904"/>
            <a:ext cx="256032" cy="256032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257800" y="38039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Root README + per-service READMEs + JSDoc comments</a:t>
            </a:r>
            <a:endParaRPr lang="en-US" sz="105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4206240"/>
            <a:ext cx="256032" cy="256032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5257800" y="4206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.env.example, conventional commits, Docker deployment guide</a:t>
            </a:r>
            <a:endParaRPr lang="en-US" sz="1050" dirty="0"/>
          </a:p>
        </p:txBody>
      </p:sp>
      <p:sp>
        <p:nvSpPr>
          <p:cNvPr id="36" name="Shape 2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solidFill>
            <a:srgbClr val="03101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Text 23"/>
          <p:cNvSpPr/>
          <p:nvPr/>
        </p:nvSpPr>
        <p:spPr>
          <a:xfrm>
            <a:off x="365760" y="47731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included · docker-compose up --build · All API keys documented in .env.example files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1277</Words>
  <Application>Microsoft Office PowerPoint</Application>
  <PresentationFormat>On-screen Show (16:9)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WeatherAgent</dc:title>
  <dc:subject>PptxGenJS Presentation</dc:subject>
  <dc:creator>PptxGenJS</dc:creator>
  <cp:lastModifiedBy>ravikumar Pooja</cp:lastModifiedBy>
  <cp:revision>2</cp:revision>
  <dcterms:created xsi:type="dcterms:W3CDTF">2026-04-17T23:40:09Z</dcterms:created>
  <dcterms:modified xsi:type="dcterms:W3CDTF">2026-04-18T00:38:33Z</dcterms:modified>
</cp:coreProperties>
</file>